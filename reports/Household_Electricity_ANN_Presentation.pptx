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evaluators. I am presenting my project on Household Electricity Consumption Prediction Using Artificial Neural Networks. This covers end-to-end data processing, deep learning modeling, and web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motivation stems from the need to capture non-linear electricity demand patterns. We aim to preprocess over 2 million records, build a deep ANN, and deploy a practical web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dataset contains over 2 million minute-by-minute measurements. It separates consumption into overall active power and sub-metered areas like kitchen, laundry, and climate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EDA confirms two major physical patterns: peak load occurs between 7 PM and 10 PM in the evening, and current intensity exhibits near-perfect linear correlation with power consumption.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model is a 4-layer MLP using ReLU activations, Batch Normalization, and Dropout layers. We used the Adam optimizer with MSE loss and early stopping to guarantee optimal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our 20,000-sample test set, the ANN achieved an R-squared accuracy of 99.43% and an MAE of 0.057 kW. As shown in the tracking plot, predicted values mirror actual measurements almost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localized the application for Indian domestic power billing. The dashboard translates kilowatt consumption directly into Rupees per hour and Rupees per day at customizable tariff 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the project delivers a proven, highly accurate ANN model and deployment framework. Future work can expand this into multi-step LSTM forecasting and direct IoT smart meter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valuable time and attention. I am now open to your questions and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73152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⚡ DEEP LEARNING &amp; SMART ENERGY SYSTEMS</a:t>
            </a:r>
          </a:p>
          <a:p>
            <a:pPr>
              <a:spcBef>
                <a:spcPts val="1200"/>
              </a:spcBef>
              <a:defRPr sz="3200" b="1">
                <a:solidFill>
                  <a:srgbClr val="F8FAFC"/>
                </a:solidFill>
              </a:defRPr>
            </a:pPr>
            <a:r>
              <a:t>Household Electricity Consumption Prediction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An End-to-End Artificial Neural Network (ANN) Workflow with Real-Time Web Deployment</a:t>
            </a:r>
          </a:p>
          <a:p>
            <a:br/>
            <a:pPr>
              <a:spcBef>
                <a:spcPts val="1600"/>
              </a:spcBef>
              <a:defRPr sz="1400">
                <a:solidFill>
                  <a:srgbClr val="38BDF8"/>
                </a:solidFill>
              </a:defRPr>
            </a:pPr>
            <a:r>
              <a:t>Presenter: Roshan Langhi</a:t>
            </a:r>
            <a:br/>
            <a:r>
              <a:t>Degree: B.Tech — Computer Engineering</a:t>
            </a:r>
            <a:br/>
            <a:r>
              <a:t>Institute: Sanjivani College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HOUSEHOLD ELECTRICITY ANN PROJECT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Project Motivation &amp; Key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📌 The Problem &amp; Challenge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Electricity demands fluctuate sharply throughout the day based on human schedules and appliance usage.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Traditional linear approximations fail to model complex non-linear consumption surges.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Smart grids need accurate load forecasting to avoid grid strain and blackout conditions.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Household consumers require actionable insight to reduce energy bills in Indian Rupees (₹).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🎯 Core Project Goals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Clean and engineer features from 2.07M real-world electrical telemetry observations.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Build a Deep Artificial Neural Network (ANN) using TensorFlow/Keras with Batch Normalization &amp; Dropout.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Achieve high fidelity (&gt;99% R² accuracy) in predicting active power demand (kW).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Deploy an interactive Streamlit Web App featuring real-time load simulation and ₹ cost calculation.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HOUSEHOLD ELECTRICITY ANN PROJECT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UCI Household Power Dataset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45720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📊 Dataset Specifications (UCI Machine Learning Repository)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Temporal Span: 47 consecutive months (December 2006 to November 2010) collected at 1-minute intervals.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Total Observations: 2,075,259 total records capturing real domestic household telemetry.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Target Variable: Global_active_power (kW) — The aggregate instantaneous active power consumed.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Electrical Telemetry: Global_reactive_power (kVAR), Voltage (V), Global_intensity (A).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Sub-Metering 1 (Kitchen): Dishwasher, microwave, oven (in Watt-hours).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Sub-Metering 2 (Laundry): Washing machine, tumble-dryer, refrigerator, interior lighting.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Sub-Metering 3 (Climate Control): Electric water heater and air conditioner (dominant domestic load).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Temporal Decomposition: Hour (0-23), Day of Month (1-31), Month (1-12), Day of Week (0-6).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HOUSEHOLD ELECTRICITY ANN PROJECT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Exploratory Data Analysis: Hourly Cycles &amp; Correlation</a:t>
            </a:r>
          </a:p>
        </p:txBody>
      </p:sp>
      <p:pic>
        <p:nvPicPr>
          <p:cNvPr id="3" name="Picture 2" descr="hourly_consum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2895600"/>
          </a:xfrm>
          <a:prstGeom prst="rect">
            <a:avLst/>
          </a:prstGeom>
        </p:spPr>
      </p:pic>
      <p:pic>
        <p:nvPicPr>
          <p:cNvPr id="4" name="Picture 3" descr="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416966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💡 Key Findings: (1) Evening consumption peaks sharply between 19:00 - 22:00. (2) Near-perfect correlation (r ≈ 0.99) between current intensity and active power confirms alignment with Ohm's and Joule's electrical laws (P ≈ V × I).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HOUSEHOLD ELECTRICITY ANN PROJECT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Artificial Neural Network (ANN) Topology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94360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🏗️ Deep Neural Network Architecture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↓ Input Layer: 10 Standardized Features (6 Electrical + 4 Temporal)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↓ Dense Layer 1: 64 Neurons | ReLU Activation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↓ Batch Normalization Layer: Stabilizes mini-batch distributions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↓ Dropout Layer 1: 20% Random Disabling (Prevents Overfitting)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↓ Dense Layer 2: 32 Neurons | ReLU Activation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↓ Dropout Layer 2: 20% Random Disabling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↓ Dense Layer 3: 16 Neurons | ReLU Activation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↓ Output Layer: 1 Neuron | Linear Activation (Continuous Regression)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1645920"/>
            <a:ext cx="448056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⚙️ Training Hyperparameters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Optimizer: Adam (Adaptive Moment Estimation)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Loss Function: Mean Squared Error (MSE)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Evaluation Metric: Mean Absolute Error (MAE)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Batch Size: 64 samples per step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Maximum Epochs: 30 with EarlyStopping (patience=5)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Train/Validation Split: 80% Training / 20% Validation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Data Leakage Defense: Scaler fitted strictly on training partition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HOUSEHOLD ELECTRICITY ANN PROJECT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Experimental Results &amp; Benchmark Evaluation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0233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Metric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Empirical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Physical Unit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Engineering Interpretation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R² Score (Accuracy)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0.9943 (99.4%)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Model accounts for 99.43% of total consumption variance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Mean Absolute Error (MAE)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0.0573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kW (~57 Watts)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Average deviation from true active power is merely 57W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Root Mean Squared Error (RMSE)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0.0783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kW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Strong robustness against extreme peak-load outliers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Mean Squared Error (MSE)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0.0061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kW²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Exceptionally low squared variance across test set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931920"/>
            <a:ext cx="106984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HOUSEHOLD ELECTRICITY ANN PROJECT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Streamlit Dashboard &amp; Indian Rupee (₹) Cost Localization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🌐 Streamlit Web Application Modules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1. Home &amp; Overview: High-level KPIs, project goals, and neural network layout.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2. Data Analysis: Live table inspection, descriptive statistics, and feature distribution viewer.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3. Consumption Visualizations: Interactive hourly load curves, sub-metering breakdown, and heatmaps.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4. ANN Prediction Engine: Real-time load simulator with one-click presets (Night Standby, Evening Peak).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5. Model Performance: Residual diagnostics and loss curves.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🇮🇳 Electricity Cost in Indian Rupees (₹)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Domestic electricity in India is billed per unit (1 kWh = 1 Unit).</a:t>
            </a:r>
          </a:p>
          <a:p>
            <a:pPr>
              <a:spcBef>
                <a:spcPts val="800"/>
              </a:spcBef>
              <a:defRPr sz="1200">
                <a:solidFill>
                  <a:srgbClr val="38BDF8"/>
                </a:solidFill>
              </a:defRPr>
            </a:pPr>
            <a:r>
              <a:t>Formula implemented in dashboard:</a:t>
            </a:r>
          </a:p>
          <a:p>
            <a:pPr>
              <a:spcBef>
                <a:spcPts val="800"/>
              </a:spcBef>
              <a:defRPr sz="1200">
                <a:solidFill>
                  <a:srgbClr val="38BDF8"/>
                </a:solidFill>
              </a:defRPr>
            </a:pPr>
            <a:r>
              <a:t>  Hourly Cost (₹) = Active Power (kW) × Tariff Rate (₹/unit)</a:t>
            </a:r>
          </a:p>
          <a:p>
            <a:pPr>
              <a:spcBef>
                <a:spcPts val="800"/>
              </a:spcBef>
              <a:defRPr sz="1200">
                <a:solidFill>
                  <a:srgbClr val="38BDF8"/>
                </a:solidFill>
              </a:defRPr>
            </a:pPr>
            <a:r>
              <a:t>  Daily Equivalent (₹) = Hourly Cost (₹) × 24 hours</a:t>
            </a:r>
          </a:p>
          <a:p>
            <a:pPr>
              <a:spcBef>
                <a:spcPts val="800"/>
              </a:spcBef>
              <a:defRPr sz="1200">
                <a:solidFill>
                  <a:srgbClr val="38BDF8"/>
                </a:solidFill>
              </a:defRPr>
            </a:pPr>
            <a:r>
              <a:t>Customizable tariff slab slider (Default: ₹7.50 / kWh).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Dynamic energy classification badges: 🟢 Low Load (&lt;1kW), 🟡 Moderate Load (1-3kW), 🔴 High Load (&gt;3kW).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HOUSEHOLD ELECTRICITY ANN PROJECT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Conclusions &amp; Future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🏁 Summary &amp; Conclusions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✔ Successfully implemented an end-to-end Deep Learning regression system.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✔ Engineered temporal and electrical features from 2M+ sensor telemetry points.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✔ Proved that an ANN with Batch Normalization &amp; Dropout achieves 99.43% accuracy with zero overfitting.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✔ Deployed a fully functional interactive web dashboard with localized cost estimation.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🔮 Future Work &amp; Scope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🚀 Time-Series Sequence Models: Implement LSTM / GRU for multi-hour forecasting horizons.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🚀 Hardware Smart Meter Feed: Ingest real-time telemetry from ESP32 / IoT electrical sensors via MQTT.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🚀 External Environmental Covariates: Integrate live weather API (temperature, humidity) for improved AC/heating demand modeling.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🚀 Dynamic Time-of-Day (ToD) Pricing: Automatically optimize high-load appliance schedules to off-peak tariff hours.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40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1800">
                <a:solidFill>
                  <a:srgbClr val="38BDF8"/>
                </a:solidFill>
              </a:defRPr>
            </a:pPr>
            <a:r>
              <a:t>Household Electricity Consumption Prediction Using ANN</a:t>
            </a:r>
          </a:p>
          <a:p>
            <a:pPr algn="ctr"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br/>
            <a:r>
              <a:t>Roshan Langhi | B.Tech Computer Engineering</a:t>
            </a:r>
            <a:br/>
            <a:r>
              <a:t>GitHub: github.com/roshanlanghi/householdelectryconsumption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